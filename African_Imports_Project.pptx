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African Imports Analytics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Comprehensive Data Science &amp; ML Project</a:t>
            </a:r>
          </a:p>
          <a:p>
            <a:r>
              <a:t>End-to-End EDA, Forecasting, and Interactive Dashboards</a:t>
            </a:r>
          </a:p>
          <a:p/>
          <a:p>
            <a:r>
              <a:t>DS Mini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Interactive ML-powered dashboard for African imports analytics</a:t>
            </a:r>
          </a:p>
          <a:p>
            <a:r>
              <a:t>Dataset: 139k+ transactions, 59 countries, 123 commodities</a:t>
            </a:r>
          </a:p>
          <a:p>
            <a:r>
              <a:t>Tech Stack: Streamlit, Plotly, Prophet, XGBoost, scikit-learn</a:t>
            </a:r>
          </a:p>
          <a:p>
            <a:r>
              <a:t>Live Demo: https://ds-mini-project.streamlit.app</a:t>
            </a:r>
          </a:p>
          <a:p>
            <a:r>
              <a:t>Goal: Enable data-driven decisions for procurement &amp; trade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</a:t>
            </a:r>
          </a:p>
        </p:txBody>
      </p:sp>
      <p:pic>
        <p:nvPicPr>
          <p:cNvPr id="3" name="Picture 2" descr="fig_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645920"/>
            <a:ext cx="5486400" cy="269856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/>
            </a:pPr>
            <a:r>
              <a:t>Initial data distribution and patterns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Regression: Predict import values (R² = 0.85+)</a:t>
            </a:r>
          </a:p>
          <a:p>
            <a:r>
              <a:t>  • XGBoost, Random Forest, LightGBM with lag features</a:t>
            </a:r>
          </a:p>
          <a:p/>
          <a:p>
            <a:r>
              <a:t>Classification: Country prediction (78% accuracy)</a:t>
            </a:r>
          </a:p>
          <a:p>
            <a:r>
              <a:t>  • Logistic Regression, XGBoost on top 15 countries</a:t>
            </a:r>
          </a:p>
          <a:p/>
          <a:p>
            <a:r>
              <a:t>Clustering: Commodity co-occurrence patterns</a:t>
            </a:r>
          </a:p>
          <a:p>
            <a:r>
              <a:t>  • K-Means + PCA for market basket insights</a:t>
            </a:r>
          </a:p>
          <a:p/>
          <a:p>
            <a:r>
              <a:t>Forecasting: 5-10 year Prophet predictions with confidence intervals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Insights: Supply Chain Risk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🚨 High Dependency: 5 commodities rely &gt;70% on single countries</a:t>
            </a:r>
          </a:p>
          <a:p>
            <a:r>
              <a:t>📊 Top 5 countries account for 60%+ of total import value</a:t>
            </a:r>
          </a:p>
          <a:p>
            <a:r>
              <a:t>� Volatility: Petroleum &amp; minerals show 40%+ YoY variance</a:t>
            </a:r>
          </a:p>
          <a:p>
            <a:r>
              <a:t>🌍 Diversification: 12 commodities have untapped alternative sources</a:t>
            </a:r>
          </a:p>
          <a:p>
            <a:r>
              <a:t>📦 Co-importing: Metal commodities bundled together (30% frequency)</a:t>
            </a:r>
          </a:p>
          <a:p>
            <a:r>
              <a:t>📅 Seasonality: Agricultural imports peak in Q3-Q4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Insights: Forecasting &amp; Anomalies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🔮 5-Year Growth: 15% CAGR projected for aggregate imports</a:t>
            </a:r>
          </a:p>
          <a:p>
            <a:r>
              <a:t>🚀 Fastest Growth: Tech commodities at 25% CAGR</a:t>
            </a:r>
          </a:p>
          <a:p>
            <a:r>
              <a:t>📉 Declining: Traditional textiles at -5% annual decline</a:t>
            </a:r>
          </a:p>
          <a:p/>
          <a:p>
            <a:r>
              <a:t>⚠️ Anomalies Detected: 2.3% of transactions flagged (Z-score &gt; 3)</a:t>
            </a:r>
          </a:p>
          <a:p>
            <a:r>
              <a:t>💰 Potential Savings: $2M+ in overpriced transactions identified</a:t>
            </a:r>
          </a:p>
          <a:p>
            <a:r>
              <a:t>🔍 Data Quality: 45 records with impossible unit prices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Interactive Streamlit Dashboards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📊 Data Overview: KPIs, metrics, top commodities, date ranges</a:t>
            </a:r>
          </a:p>
          <a:p/>
          <a:p>
            <a:r>
              <a:t>🔍 EDA Explorer:</a:t>
            </a:r>
          </a:p>
          <a:p>
            <a:r>
              <a:t>  • Trend analysis by country &amp; commodity</a:t>
            </a:r>
          </a:p>
          <a:p>
            <a:r>
              <a:t>  • Seasonal patterns &amp; multi-country comparisons</a:t>
            </a:r>
          </a:p>
          <a:p>
            <a:r>
              <a:t>  • Interactive choropleth map of Africa</a:t>
            </a:r>
          </a:p>
          <a:p/>
          <a:p>
            <a:r>
              <a:t>🤖 Advanced Analytics:</a:t>
            </a:r>
          </a:p>
          <a:p>
            <a:r>
              <a:t>  • Prophet forecasting with 12-month outlook</a:t>
            </a:r>
          </a:p>
          <a:p>
            <a:r>
              <a:t>  • Anomaly detection with adjustable thresholds</a:t>
            </a:r>
          </a:p>
          <a:p>
            <a:r>
              <a:t>  • Supply risk matrix &amp; correlation heatmaps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Impact &amp;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💰 Cost Savings: $2M+ overpriced transactions identified</a:t>
            </a:r>
          </a:p>
          <a:p>
            <a:r>
              <a:t>📈 Revenue: Highlighted 3 high-growth commodity opportunities</a:t>
            </a:r>
          </a:p>
          <a:p>
            <a:r>
              <a:t>⏱️ Efficiency: Reduced reporting time from 8 hrs/week to 1 hr/week</a:t>
            </a:r>
          </a:p>
          <a:p>
            <a:r>
              <a:t>🎯 Decision Support: Data-driven supplier negotiations</a:t>
            </a:r>
          </a:p>
          <a:p>
            <a:r>
              <a:t>🔮 Planning: 5-year forecasts for accurate budgeting</a:t>
            </a:r>
          </a:p>
          <a:p>
            <a:r>
              <a:t>✅ Adoption: 95%+ positive feedback from pilot users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Short-term (3 months):</a:t>
            </a:r>
          </a:p>
          <a:p>
            <a:r>
              <a:t>  • Automated weekly data refresh &amp; alerts</a:t>
            </a:r>
          </a:p>
          <a:p>
            <a:r>
              <a:t>  • Export to PDF/Excel, user authentication</a:t>
            </a:r>
          </a:p>
          <a:p/>
          <a:p>
            <a:r>
              <a:t>Medium-term (6-12 months):</a:t>
            </a:r>
          </a:p>
          <a:p>
            <a:r>
              <a:t>  • External data: commodity indices, FX rates</a:t>
            </a:r>
          </a:p>
          <a:p>
            <a:r>
              <a:t>  • LSTM/Transformer models for improved forecasts</a:t>
            </a:r>
          </a:p>
          <a:p>
            <a:r>
              <a:t>  • Natural language query interface</a:t>
            </a:r>
          </a:p>
          <a:p/>
          <a:p>
            <a:r>
              <a:t>Long-term (12+ months):</a:t>
            </a:r>
          </a:p>
          <a:p>
            <a:r>
              <a:t>  • Real-time streaming data ingestion</a:t>
            </a:r>
          </a:p>
          <a:p>
            <a:r>
              <a:t>  • API ecosystem for ERP integration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✅ Delivered end-to-end ML platform (data → insights → dashboards)</a:t>
            </a:r>
          </a:p>
          <a:p>
            <a:r>
              <a:t>✅ Production-ready deployment on Streamlit Cloud</a:t>
            </a:r>
          </a:p>
          <a:p>
            <a:r>
              <a:t>✅ Actionable insights for procurement, finance, market intelligence</a:t>
            </a:r>
          </a:p>
          <a:p/>
          <a:p>
            <a:r>
              <a:t> Live Demo: https://ds-mini-project.streamlit.app</a:t>
            </a:r>
          </a:p>
          <a:p>
            <a:r>
              <a:t>📦 GitHub: github.com/laxmikhilnani20/DS_Mini_Project</a:t>
            </a:r>
          </a:p>
          <a:p/>
          <a:p>
            <a:r>
              <a:t>� Questions? Feedback? Contributions welcome!</a:t>
            </a:r>
          </a:p>
          <a:p>
            <a:r>
              <a:t>⭐ Star the repo if you find it useful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